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Fitness Apps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Failing Users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struggle to stay consistent. Apps are cluttered,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generic, and deliver zero personalized guidance.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62236"/>
          </a:solidFill>
          <a:ln w="19050">
            <a:solidFill>
              <a:srgbClr val="FF5A3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6974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gym-goers quit within 5 months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937760" y="36576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162236"/>
          </a:solidFill>
          <a:ln w="12700">
            <a:solidFill>
              <a:srgbClr val="1E325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548640"/>
            <a:ext cx="548640" cy="548640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504" y="603504"/>
            <a:ext cx="438912" cy="438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806440" y="548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Cluttered, one-size-fits-all plans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937760" y="141732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162236"/>
          </a:solidFill>
          <a:ln w="12700">
            <a:solidFill>
              <a:srgbClr val="1E325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20640" y="1600200"/>
            <a:ext cx="548640" cy="548640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65506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06440" y="16002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adaptation to individual progress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937760" y="246888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162236"/>
          </a:solidFill>
          <a:ln w="12700">
            <a:solidFill>
              <a:srgbClr val="1E325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20640" y="2651760"/>
            <a:ext cx="548640" cy="548640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4" y="270662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806440" y="26517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overload — no actionable next steps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937760" y="352044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162236"/>
          </a:solidFill>
          <a:ln w="12700">
            <a:solidFill>
              <a:srgbClr val="1E325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120640" y="3703320"/>
            <a:ext cx="548640" cy="548640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4" y="375818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06440" y="3703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data not connected to coaching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OUR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PulseFit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fitness tracking that delivers hyper-personalized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and recovery plans — learning from your body in real time.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know exactly what to do next.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256032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162236"/>
          </a:solidFill>
          <a:ln w="12700">
            <a:solidFill>
              <a:srgbClr val="1E325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10912" y="384048"/>
            <a:ext cx="530352" cy="530352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5776" y="438912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50992" y="3474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Adaptive Plans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50992" y="640080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adjusts daily workouts based on sleep, heart rate &amp; performance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1129284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162236"/>
          </a:solidFill>
          <a:ln w="12700">
            <a:solidFill>
              <a:srgbClr val="1E325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10912" y="1257300"/>
            <a:ext cx="530352" cy="530352"/>
          </a:xfrm>
          <a:prstGeom prst="ellipse">
            <a:avLst/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312164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50992" y="122072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650992" y="151333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with Apple Watch, Fitbit &amp; Garmin in one clean view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846320" y="2002536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162236"/>
          </a:solidFill>
          <a:ln w="12700">
            <a:solidFill>
              <a:srgbClr val="1E325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10912" y="2130552"/>
            <a:ext cx="530352" cy="530352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2185416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650992" y="209397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Score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650992" y="2386584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readiness score — know when to push and when to recover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46320" y="2875788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162236"/>
          </a:solidFill>
          <a:ln w="12700">
            <a:solidFill>
              <a:srgbClr val="1E325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10912" y="3003804"/>
            <a:ext cx="530352" cy="530352"/>
          </a:xfrm>
          <a:prstGeom prst="ellipse">
            <a:avLst/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3058668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50992" y="29672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Coaching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650992" y="3259836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&amp; visual cues guide every session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846320" y="3749040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162236"/>
          </a:solidFill>
          <a:ln w="12700">
            <a:solidFill>
              <a:srgbClr val="1E325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010912" y="3877056"/>
            <a:ext cx="530352" cy="530352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6" y="3931920"/>
            <a:ext cx="420624" cy="42062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650992" y="38404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Milestones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5650992" y="4133088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goal tracking with rewards &amp; streaks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</a:rPr>
              <a:t>MARKET OPPORTUNITY &amp; TRACTION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Massive Market,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Traction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fitness app market hits $20.4B by 2027 at 17.6% CAGR.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PulseFit targets 350M underserved active fitness app users worldwide.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170432" cy="822960"/>
          </a:xfrm>
          <a:prstGeom prst="roundRect">
            <a:avLst>
              <a:gd name="adj" fmla="val 11111"/>
            </a:avLst>
          </a:prstGeom>
          <a:solidFill>
            <a:srgbClr val="162236"/>
          </a:solidFill>
          <a:ln w="15240">
            <a:solidFill>
              <a:srgbClr val="FF5A3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" y="2880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$20.4B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" y="33101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55648" y="2834640"/>
            <a:ext cx="1170432" cy="822960"/>
          </a:xfrm>
          <a:prstGeom prst="roundRect">
            <a:avLst>
              <a:gd name="adj" fmla="val 11111"/>
            </a:avLst>
          </a:prstGeom>
          <a:solidFill>
            <a:srgbClr val="162236"/>
          </a:solidFill>
          <a:ln w="15240">
            <a:solidFill>
              <a:srgbClr val="FF5A3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92224" y="2880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17.6%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92224" y="33101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Growth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54096" y="2834640"/>
            <a:ext cx="1170432" cy="822960"/>
          </a:xfrm>
          <a:prstGeom prst="roundRect">
            <a:avLst>
              <a:gd name="adj" fmla="val 11111"/>
            </a:avLst>
          </a:prstGeom>
          <a:solidFill>
            <a:srgbClr val="162236"/>
          </a:solidFill>
          <a:ln w="15240">
            <a:solidFill>
              <a:srgbClr val="FF5A36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90672" y="2880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90672" y="33101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256032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162236"/>
          </a:solidFill>
          <a:ln w="12700">
            <a:solidFill>
              <a:srgbClr val="1E325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10912" y="384048"/>
            <a:ext cx="530352" cy="530352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5776" y="438912"/>
            <a:ext cx="420624" cy="42062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650992" y="3474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50992" y="640080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adults 18–45, fitness beginners &amp; wearable owners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46320" y="1129284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162236"/>
          </a:solidFill>
          <a:ln w="12700">
            <a:solidFill>
              <a:srgbClr val="1E325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10912" y="1257300"/>
            <a:ext cx="530352" cy="530352"/>
          </a:xfrm>
          <a:prstGeom prst="ellipse">
            <a:avLst/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312164"/>
            <a:ext cx="420624" cy="42062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650992" y="122072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650992" y="151333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+ $9.99/mo Pro subscription &amp; corporate wellness partnerships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846320" y="2002536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162236"/>
          </a:solidFill>
          <a:ln w="12700">
            <a:solidFill>
              <a:srgbClr val="1E325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010912" y="2130552"/>
            <a:ext cx="530352" cy="53035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2185416"/>
            <a:ext cx="420624" cy="42062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650992" y="209397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Traction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5650992" y="2386584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 beta users acquired in 60 days — 4.8-star average rating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846320" y="2875788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162236"/>
          </a:solidFill>
          <a:ln w="12700">
            <a:solidFill>
              <a:srgbClr val="1E325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010912" y="3003804"/>
            <a:ext cx="530352" cy="530352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3058668"/>
            <a:ext cx="420624" cy="42062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650992" y="29672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5650992" y="3259836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monthly active user retention — 2× the industry average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846320" y="3749040"/>
            <a:ext cx="3840480" cy="804672"/>
          </a:xfrm>
          <a:prstGeom prst="roundRect">
            <a:avLst>
              <a:gd name="adj" fmla="val 11364"/>
            </a:avLst>
          </a:prstGeom>
          <a:solidFill>
            <a:srgbClr val="162236"/>
          </a:solidFill>
          <a:ln w="12700">
            <a:solidFill>
              <a:srgbClr val="1E3250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25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5010912" y="3877056"/>
            <a:ext cx="530352" cy="530352"/>
          </a:xfrm>
          <a:prstGeom prst="ellipse">
            <a:avLst/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6" y="3931920"/>
            <a:ext cx="420624" cy="42062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650992" y="384048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Ask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5650992" y="4133088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$2.5M seed to scale engineering, marketing &amp; partnerships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PulseFit – Fitness Tracking App Pitch Deck</dc:title>
  <dc:subject>PptxGenJS Presentation</dc:subject>
  <dc:creator>PptxGenJS</dc:creator>
  <cp:lastModifiedBy>PptxGenJS</cp:lastModifiedBy>
  <cp:revision>1</cp:revision>
  <dcterms:created xsi:type="dcterms:W3CDTF">2026-07-08T06:38:50Z</dcterms:created>
  <dcterms:modified xsi:type="dcterms:W3CDTF">2026-07-08T06:38:50Z</dcterms:modified>
</cp:coreProperties>
</file>