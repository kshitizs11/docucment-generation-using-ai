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A896">
              <a:alpha val="22000"/>
            </a:srgbClr>
          </a:solidFill>
          <a:ln w="12700">
            <a:solidFill>
              <a:srgbClr val="00A896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3474720"/>
            <a:ext cx="2194560" cy="2194560"/>
          </a:xfrm>
          <a:prstGeom prst="ellipse">
            <a:avLst/>
          </a:prstGeom>
          <a:solidFill>
            <a:srgbClr val="CADCFC">
              <a:alpha val="15000"/>
            </a:srgbClr>
          </a:solidFill>
          <a:ln w="12700">
            <a:solidFill>
              <a:srgbClr val="CADCFC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REPORT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Usage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models by cost &amp; request volume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Usage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923544"/>
            <a:ext cx="813816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8138160" cy="1417320"/>
          </a:xfrm>
          <a:prstGeom prst="roundRect">
            <a:avLst>
              <a:gd name="adj" fmla="val 6452"/>
            </a:avLst>
          </a:prstGeom>
          <a:solidFill>
            <a:srgbClr val="E6F7F5"/>
          </a:solidFill>
          <a:ln w="12700">
            <a:solidFill>
              <a:srgbClr val="B2DFDB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61872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 overview of model activity, highlighting the top models by total cost and total request volume.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3794760" cy="150876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294436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Highest-Cost Models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4564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following slides for detail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2834640"/>
            <a:ext cx="3794760" cy="150876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294436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Highest-Volume Models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345643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following slides for detail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Highest-Cost Models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138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sum cost in USD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813816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408176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08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9848" y="1289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internal-bedrock/sonnet-46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9848" y="15727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internal-developer-va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472184"/>
            <a:ext cx="41148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472184"/>
            <a:ext cx="3785616" cy="201168"/>
          </a:xfrm>
          <a:prstGeom prst="roundRect">
            <a:avLst>
              <a:gd name="adj" fmla="val 2272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138988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$12,946.20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929384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2103120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" y="1984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internal-bedrock/haiku-45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9848" y="2267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internal-developer-va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167128"/>
            <a:ext cx="41148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167128"/>
            <a:ext cx="1234440" cy="201168"/>
          </a:xfrm>
          <a:prstGeom prst="roundRect">
            <a:avLst>
              <a:gd name="adj" fmla="val 22727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0848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$996.39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2624328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2798064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9848" y="2679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analytics-genai/gemini-25-flash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9848" y="29626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internal-developer-va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2862072"/>
            <a:ext cx="41148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862072"/>
            <a:ext cx="370332" cy="201168"/>
          </a:xfrm>
          <a:prstGeom prst="roundRect">
            <a:avLst>
              <a:gd name="adj" fmla="val 22727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27797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$98.63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3319272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69848" y="3374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internal-bedrock/opus-46-v1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69848" y="3657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internal-developer-va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3557016"/>
            <a:ext cx="41148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3557016"/>
            <a:ext cx="370332" cy="201168"/>
          </a:xfrm>
          <a:prstGeom prst="roundRect">
            <a:avLst>
              <a:gd name="adj" fmla="val 22727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34747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$97.75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" y="4014216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58368" y="4187952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69848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google-vertex/gemini-2.5-pro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69848" y="43525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um-va, unvirtualized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37760" y="4251960"/>
            <a:ext cx="41148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4251960"/>
            <a:ext cx="329184" cy="201168"/>
          </a:xfrm>
          <a:prstGeom prst="roundRect">
            <a:avLst>
              <a:gd name="adj" fmla="val 22727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0" y="41696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$97.19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18872" cy="1188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Highest-Volume Models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13232" y="8138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total request count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124712"/>
            <a:ext cx="813816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3444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408176"/>
            <a:ext cx="310896" cy="31089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08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69848" y="1289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internal-bedrock/sonnet-46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9848" y="15727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internal-developer-va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472184"/>
            <a:ext cx="36576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472184"/>
            <a:ext cx="3657600" cy="201168"/>
          </a:xfrm>
          <a:prstGeom prst="roundRect">
            <a:avLst>
              <a:gd name="adj" fmla="val 2272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3898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834,588 req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1929384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2103120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103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" y="19842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dev-gravity/us-anthropic-claude-sonnet-4-6-v1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9848" y="2267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internal-developer-va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167128"/>
            <a:ext cx="36576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167128"/>
            <a:ext cx="1792224" cy="201168"/>
          </a:xfrm>
          <a:prstGeom prst="roundRect">
            <a:avLst>
              <a:gd name="adj" fmla="val 22727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08483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404,985 req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624328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2798064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2798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69848" y="26791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google-vertex/anthropic-claude-sonnet-4-6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69848" y="29626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internal-developer-va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2862072"/>
            <a:ext cx="36576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2862072"/>
            <a:ext cx="1792224" cy="201168"/>
          </a:xfrm>
          <a:prstGeom prst="roundRect">
            <a:avLst>
              <a:gd name="adj" fmla="val 22727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27797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404,601 req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3319272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69848" y="3374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internal-bedrock/haiku-45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9848" y="3657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internal-developer-va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3557016"/>
            <a:ext cx="36576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3557016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3474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113,558 req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4014216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58368" y="4187952"/>
            <a:ext cx="310896" cy="31089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4187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69848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google-vertex/opus-46-v1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69848" y="43525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internal-developer-va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937760" y="4251960"/>
            <a:ext cx="3657600" cy="201168"/>
          </a:xfrm>
          <a:prstGeom prst="roundRect">
            <a:avLst>
              <a:gd name="adj" fmla="val 22727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37760" y="4251960"/>
            <a:ext cx="73152" cy="201168"/>
          </a:xfrm>
          <a:prstGeom prst="roundRect">
            <a:avLst>
              <a:gd name="adj" fmla="val 62500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0" y="416966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10,042 req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8046720" cy="22860"/>
          </a:xfrm>
          <a:prstGeom prst="rect">
            <a:avLst/>
          </a:prstGeom>
          <a:solidFill>
            <a:srgbClr val="00A896">
              <a:alpha val="60000"/>
            </a:srgbClr>
          </a:solidFill>
          <a:ln w="12700">
            <a:solidFill>
              <a:srgbClr val="00A896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216152"/>
            <a:ext cx="219456" cy="21945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060704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internal-bedrock/sonnet-46 dominates on both dimensions — 834,588 requests and $12,946.20 in spend, by far the largest contributor on both axes.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00784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911096"/>
            <a:ext cx="219456" cy="21945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75564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internal-bedrock/haiku-45 ranks second in cost ($996.39) and request volume (113,558) — the clear second most impactful model.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395728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606040"/>
            <a:ext cx="219456" cy="21945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2450592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analytics-genai/gemini-25-flash and google-vertex/gemini-2.5-pro are notable cost contributors despite moderate request counts, suggesting high per-request token consumption.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90672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300984"/>
            <a:ext cx="219456" cy="21945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2416" y="3145536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dev-gravity/us-anthropic-claude-sonnet-4-6-v1 and google-vertex/anthropic-claude-sonnet-4-6 together account for 800K+ requests but report $0 cost — likely routed through internal or pre-paid capacity.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85616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3995928"/>
            <a:ext cx="219456" cy="21945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volume do not always correlate — several high-volume models report zero cost, while lower-volume models carry meaningful spend, pointing to significant pricing variation across routes.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 Usage Summary</dc:title>
  <dc:subject>PptxGenJS Presentation</dc:subject>
  <dc:creator>PptxGenJS</dc:creator>
  <cp:lastModifiedBy>PptxGenJS</cp:lastModifiedBy>
  <cp:revision>1</cp:revision>
  <dcterms:created xsi:type="dcterms:W3CDTF">2026-07-09T13:54:25Z</dcterms:created>
  <dcterms:modified xsi:type="dcterms:W3CDTF">2026-07-09T13:54:25Z</dcterms:modified>
</cp:coreProperties>
</file>